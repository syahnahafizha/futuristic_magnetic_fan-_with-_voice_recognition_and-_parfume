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439" r:id="rId6"/>
    <p:sldId id="2447" r:id="rId7"/>
    <p:sldId id="2453" r:id="rId8"/>
    <p:sldId id="2452" r:id="rId9"/>
    <p:sldId id="2451" r:id="rId10"/>
    <p:sldId id="2445" r:id="rId11"/>
    <p:sldId id="2450" r:id="rId12"/>
    <p:sldId id="2446" r:id="rId13"/>
    <p:sldId id="2448" r:id="rId14"/>
    <p:sldId id="2449" r:id="rId15"/>
    <p:sldId id="244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F400"/>
    <a:srgbClr val="05EE55"/>
    <a:srgbClr val="038B30"/>
    <a:srgbClr val="2F3342"/>
    <a:srgbClr val="05D74D"/>
    <a:srgbClr val="663300"/>
    <a:srgbClr val="04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84948" autoAdjust="0"/>
  </p:normalViewPr>
  <p:slideViewPr>
    <p:cSldViewPr snapToGrid="0">
      <p:cViewPr>
        <p:scale>
          <a:sx n="81" d="100"/>
          <a:sy n="81" d="100"/>
        </p:scale>
        <p:origin x="-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54265FD-4E3F-4008-BF0D-92438DDF38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411FABC-D2A4-4DDD-AE15-415703DDD3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B9CF0-A540-4793-A5F3-F4917CFDDCB6}" type="datetimeFigureOut">
              <a:rPr lang="en-US" smtClean="0"/>
              <a:t>6/12/2021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EBBAB0-AE2E-4EA6-BE3D-A8C4DA4007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1D462F-4914-49FC-A851-7FFFE9D6E8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22B72-BD1C-4F41-B10E-CA0BEB1790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07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03753-A5BE-4D79-AEA9-C0A65A6F8851}" type="datetimeFigureOut">
              <a:rPr lang="en-US" smtClean="0"/>
              <a:t>6/12/2021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BE989-76B8-4F13-9267-01FDA45C43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3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xmlns="" id="{9FB41AE7-07AD-43D7-9418-6D32BE5E31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71015" y="0"/>
            <a:ext cx="12263015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46D6A0C-E2C3-43CB-83D0-B5F6221079CA}"/>
              </a:ext>
            </a:extLst>
          </p:cNvPr>
          <p:cNvGrpSpPr/>
          <p:nvPr userDrawn="1"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EDC96296-0FBF-47A5-9D6A-5D9BB647A4D7}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F997D03F-0BE2-458F-92A2-4FE73B0FBF51}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53F17719-10FE-433E-9CCC-4509DE17F22A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73F1A-AAF0-4EB4-8DF0-C152BD93C6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1372" y="2238426"/>
            <a:ext cx="6609256" cy="1508126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3075AE6-92D3-4205-B268-E1AD6C590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1372" y="3838627"/>
            <a:ext cx="6609256" cy="450503"/>
          </a:xfrm>
        </p:spPr>
        <p:txBody>
          <a:bodyPr/>
          <a:lstStyle>
            <a:lvl1pPr marL="0" indent="0" algn="ctr">
              <a:buNone/>
              <a:defRPr sz="2400" spc="3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6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xmlns="" id="{FE1CFFBA-D756-4740-B375-252727F02D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64229" y="0"/>
            <a:ext cx="4919153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2DCA22-1DF2-42CB-8741-F0CE575E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4" y="1676400"/>
            <a:ext cx="5196241" cy="3352800"/>
          </a:xfrm>
        </p:spPr>
        <p:txBody>
          <a:bodyPr>
            <a:normAutofit/>
          </a:bodyPr>
          <a:lstStyle>
            <a:lvl1pPr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DD89F3-6B87-4C54-83B9-A6481CB4F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9394" y="365125"/>
            <a:ext cx="4114801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479D679C-E90D-4916-BCE6-71C32B831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39938" y="1088572"/>
            <a:ext cx="4572000" cy="457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9C200B3-102B-4BB6-AEB0-D99EE027F09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450C90-6D4A-4D50-B15D-91C587AABC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6236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xmlns="" id="{FE1CFFBA-D756-4740-B375-252727F02D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64229" y="0"/>
            <a:ext cx="9927771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9325050-38BE-4AB2-B450-8DC9C0EDD386}"/>
              </a:ext>
            </a:extLst>
          </p:cNvPr>
          <p:cNvGrpSpPr/>
          <p:nvPr userDrawn="1"/>
        </p:nvGrpSpPr>
        <p:grpSpPr>
          <a:xfrm>
            <a:off x="883522" y="408327"/>
            <a:ext cx="5276606" cy="5768636"/>
            <a:chOff x="883522" y="408327"/>
            <a:chExt cx="5276606" cy="57686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3D68A4CE-A5FD-4656-82E1-43D586CC441E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E66B1E37-8CEC-44ED-A239-C755B72AC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B7E28405-97F5-4E03-86F1-FAE2FEA6CFF8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719FCC9B-E3B8-49CF-BD22-D553FFAA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1775"/>
            <a:ext cx="4351911" cy="2384466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4F21EA87-CE67-4A1E-B2E0-513F775C7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199" y="3886241"/>
            <a:ext cx="4351910" cy="296437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AADF661-E593-4423-A8A8-F22C943907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BD6A50-BDFC-4B4C-9D3B-53B545F5318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4379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3">
            <a:extLst>
              <a:ext uri="{FF2B5EF4-FFF2-40B4-BE49-F238E27FC236}">
                <a16:creationId xmlns:a16="http://schemas.microsoft.com/office/drawing/2014/main" xmlns="" id="{B599FEC8-12D0-4EB5-8573-C891D56C84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71015" y="0"/>
            <a:ext cx="12263015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7BF3BF7F-F094-497C-9310-2FE8B059E82B}"/>
              </a:ext>
            </a:extLst>
          </p:cNvPr>
          <p:cNvGrpSpPr/>
          <p:nvPr userDrawn="1"/>
        </p:nvGrpSpPr>
        <p:grpSpPr>
          <a:xfrm flipH="1" flipV="1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2D49E498-4E90-44A2-B49F-157DFF9E8581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B2D9F108-8C30-4BEC-8122-BE2632644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FAB546B5-7C56-40DD-B1DF-AE850DE5FDB3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C30FD01-9DD8-4ECA-AC52-7C41002A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74491700-C4EB-4143-ACD3-DE153BF9DD9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06094" y="4127455"/>
            <a:ext cx="4351910" cy="296437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5F17219-39C2-44C1-BFC9-BA0D7ACD78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087118E-1B0A-407B-BDCE-B343BC9F92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38A5A1-070F-43C9-B2D5-C557B0D72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CCBEC1-2F48-4E90-ADF0-BEE2B9E47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2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367F380C-58A9-4490-AC57-579A90290F3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153400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xmlns="" id="{DA285A94-0E4E-47DC-8E61-41F684F3700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53400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xmlns="" id="{354FBDC8-CD65-4972-A821-C25297B1A8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9082" y="489291"/>
            <a:ext cx="2873833" cy="592092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4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BD40C7A-92CE-46D6-B056-C75D73663328}"/>
              </a:ext>
            </a:extLst>
          </p:cNvPr>
          <p:cNvSpPr/>
          <p:nvPr userDrawn="1"/>
        </p:nvSpPr>
        <p:spPr>
          <a:xfrm>
            <a:off x="609600" y="391887"/>
            <a:ext cx="7075714" cy="5878284"/>
          </a:xfrm>
          <a:prstGeom prst="rect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2877C5F-FF39-4400-9C13-0D7F04A0C78F}"/>
              </a:ext>
            </a:extLst>
          </p:cNvPr>
          <p:cNvSpPr/>
          <p:nvPr userDrawn="1"/>
        </p:nvSpPr>
        <p:spPr>
          <a:xfrm>
            <a:off x="6727371" y="54430"/>
            <a:ext cx="1238278" cy="65531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AE90E16-AEC5-4F82-85B0-DDEA26AA9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97484" y="0"/>
            <a:ext cx="509451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A1A2116-206B-49CD-9ECC-078E4F72904C}"/>
              </a:ext>
            </a:extLst>
          </p:cNvPr>
          <p:cNvSpPr/>
          <p:nvPr userDrawn="1"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69E75A6-06C5-49D0-9164-3098CE0E53D8}"/>
              </a:ext>
            </a:extLst>
          </p:cNvPr>
          <p:cNvSpPr/>
          <p:nvPr userDrawn="1"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B7F3105-8D8F-4FF3-9A7F-0F067BB810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1E2B8D-1C12-403F-BE59-ECC56546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7943" y="2546851"/>
            <a:ext cx="5138057" cy="339674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0F519-65FC-434F-8F2F-F778A20A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1480457"/>
            <a:ext cx="5138057" cy="979308"/>
          </a:xfrm>
        </p:spPr>
        <p:txBody>
          <a:bodyPr anchor="b"/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D117255-8347-4647-9EA2-7ED06A73C1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25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42E9CCD-6BB8-4209-A6BA-8518679560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0191" y="470641"/>
            <a:ext cx="5220309" cy="591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1E8CB484-5390-4B2F-9BFB-D0733BEE88A5}"/>
              </a:ext>
            </a:extLst>
          </p:cNvPr>
          <p:cNvGrpSpPr/>
          <p:nvPr userDrawn="1"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A8354BDC-9788-4AB5-A841-99D95C68804F}"/>
                </a:ext>
              </a:extLst>
            </p:cNvPr>
            <p:cNvSpPr/>
            <p:nvPr userDrawn="1"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36778BD9-B865-4156-B319-6A8242F0D4D5}"/>
                </a:ext>
              </a:extLst>
            </p:cNvPr>
            <p:cNvSpPr/>
            <p:nvPr userDrawn="1"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AEB70006-7799-4F63-912B-45662CE14500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167" y="1099002"/>
            <a:ext cx="4226024" cy="573989"/>
          </a:xfrm>
        </p:spPr>
        <p:txBody>
          <a:bodyPr lIns="0" rIns="0">
            <a:noAutofit/>
          </a:bodyPr>
          <a:lstStyle>
            <a:lvl1pPr>
              <a:defRPr sz="3200" b="1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167" y="2145234"/>
            <a:ext cx="4226024" cy="3857329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804" y="1737564"/>
            <a:ext cx="4197802" cy="407670"/>
          </a:xfrm>
        </p:spPr>
        <p:txBody>
          <a:bodyPr lIns="0" rIns="0">
            <a:noAutofit/>
          </a:bodyPr>
          <a:lstStyle>
            <a:lvl1pPr marL="0" indent="0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5311BA1-4F61-4FA7-9C20-685B3689CA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8EF357A5-40C6-41A4-B1BE-0AF78D459A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8939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46D6A0C-E2C3-43CB-83D0-B5F6221079CA}"/>
              </a:ext>
            </a:extLst>
          </p:cNvPr>
          <p:cNvGrpSpPr/>
          <p:nvPr userDrawn="1"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EDC96296-0FBF-47A5-9D6A-5D9BB647A4D7}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F997D03F-0BE2-458F-92A2-4FE73B0FBF51}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53F17719-10FE-433E-9CCC-4509DE17F22A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73F1A-AAF0-4EB4-8DF0-C152BD93C6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1372" y="2238426"/>
            <a:ext cx="6609256" cy="1508126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3075AE6-92D3-4205-B268-E1AD6C590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1372" y="3838627"/>
            <a:ext cx="6609256" cy="450503"/>
          </a:xfrm>
        </p:spPr>
        <p:txBody>
          <a:bodyPr/>
          <a:lstStyle>
            <a:lvl1pPr marL="0" indent="0" algn="ctr">
              <a:buNone/>
              <a:defRPr sz="2400" spc="3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189038"/>
            <a:ext cx="11002962" cy="49879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44C8ED9-0534-4EC5-8080-49DFF65B3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b="1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C6E0AC-4834-46AF-A953-9EE372259D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D4F2F3C-7D16-40A3-A7C1-77AE127D5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6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7BF3BF7F-F094-497C-9310-2FE8B059E82B}"/>
              </a:ext>
            </a:extLst>
          </p:cNvPr>
          <p:cNvGrpSpPr/>
          <p:nvPr userDrawn="1"/>
        </p:nvGrpSpPr>
        <p:grpSpPr>
          <a:xfrm flipH="1" flipV="1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2D49E498-4E90-44A2-B49F-157DFF9E8581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B2D9F108-8C30-4BEC-8122-BE2632644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FAB546B5-7C56-40DD-B1DF-AE850DE5FDB3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C30FD01-9DD8-4ECA-AC52-7C41002A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5F17219-39C2-44C1-BFC9-BA0D7ACD78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087118E-1B0A-407B-BDCE-B343BC9F92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CEC8E835-7291-427D-948E-B544E36AD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6094" y="4127455"/>
            <a:ext cx="4351911" cy="29643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cap="all" spc="600" baseline="0"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80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EA625CC-388D-4655-BFA6-2CC4FD9E889D}"/>
              </a:ext>
            </a:extLst>
          </p:cNvPr>
          <p:cNvSpPr/>
          <p:nvPr userDrawn="1"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E20B4D13-5F10-4886-AF0F-09B6ABB5C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1431586"/>
            <a:ext cx="3467099" cy="4361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lvl="0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5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xmlns="" id="{EE7BCAD4-8DB6-482F-8DC0-F6D653F92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3394" y="1431586"/>
            <a:ext cx="3467106" cy="4361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lvl="0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5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244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38A5A1-070F-43C9-B2D5-C557B0D72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CCBEC1-2F48-4E90-ADF0-BEE2B9E47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2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EA625CC-388D-4655-BFA6-2CC4FD9E889D}"/>
              </a:ext>
            </a:extLst>
          </p:cNvPr>
          <p:cNvSpPr/>
          <p:nvPr userDrawn="1"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7A78D63-E00C-4155-A5B2-B3431A09A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3395" y="1061132"/>
            <a:ext cx="3464721" cy="823912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b="1" dirty="0">
                <a:latin typeface="+mj-lt"/>
              </a:defRPr>
            </a:lvl1pPr>
          </a:lstStyle>
          <a:p>
            <a:pPr marL="228600" lvl="0" indent="-228600" algn="ctr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xmlns="" id="{60C17447-B870-4054-B568-8B6B321EC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3394" y="2108201"/>
            <a:ext cx="3464722" cy="3684588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marL="228600" lvl="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335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B7F3105-8D8F-4FF3-9A7F-0F067BB810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D117255-8347-4647-9EA2-7ED06A73C1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9F3E8482-B43D-4B69-8645-6B735F91B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478" y="587829"/>
            <a:ext cx="5326022" cy="527322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DDDD410-5ABA-46A5-B282-F37437EFB673}"/>
              </a:ext>
            </a:extLst>
          </p:cNvPr>
          <p:cNvSpPr/>
          <p:nvPr userDrawn="1"/>
        </p:nvSpPr>
        <p:spPr>
          <a:xfrm>
            <a:off x="1159727" y="1224451"/>
            <a:ext cx="4226024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9BC9CBF-CF7B-4E39-9FD1-961882EC596A}"/>
              </a:ext>
            </a:extLst>
          </p:cNvPr>
          <p:cNvSpPr/>
          <p:nvPr userDrawn="1"/>
        </p:nvSpPr>
        <p:spPr>
          <a:xfrm>
            <a:off x="657060" y="698704"/>
            <a:ext cx="4473025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97A3D921-B9D5-42DC-9037-298968D94C95}"/>
              </a:ext>
            </a:extLst>
          </p:cNvPr>
          <p:cNvGrpSpPr/>
          <p:nvPr userDrawn="1"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9BDB1890-91F2-49FC-B0F4-3F3FF11B6A1A}"/>
                </a:ext>
              </a:extLst>
            </p:cNvPr>
            <p:cNvSpPr/>
            <p:nvPr userDrawn="1"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6A62F937-16D4-4A6C-B247-D0A62BC6560D}"/>
                </a:ext>
              </a:extLst>
            </p:cNvPr>
            <p:cNvSpPr/>
            <p:nvPr userDrawn="1"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B9335681-5A6F-48BE-8160-2000D0F242FB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1E2B8D-1C12-403F-BE59-ECC56546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546851"/>
            <a:ext cx="4101084" cy="339674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0F519-65FC-434F-8F2F-F778A20A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480457"/>
            <a:ext cx="4101084" cy="979308"/>
          </a:xfrm>
        </p:spPr>
        <p:txBody>
          <a:bodyPr anchor="b"/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1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4A85DE8-81C6-4A53-8754-137A795CA5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A66073F-5CD2-4EAC-890A-F6BB43D2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804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78571B4-4133-4DE5-AD8F-A341842CBE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65AC00-5FCA-4A4E-A036-2FCBDEAF1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0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F27C465-B000-4905-9328-DBAB7930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BF3059-D5B9-418C-A60B-C3C8E261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884" y="1188720"/>
            <a:ext cx="11000232" cy="498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87F727-48BD-4EB4-B57F-5AC03BEB1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884" y="64683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xmlns="" id="{7166C798-72CE-4F2D-9A04-013F24A2659F}"/>
              </a:ext>
            </a:extLst>
          </p:cNvPr>
          <p:cNvSpPr/>
          <p:nvPr userDrawn="1"/>
        </p:nvSpPr>
        <p:spPr>
          <a:xfrm flipH="1">
            <a:off x="11549269" y="6356350"/>
            <a:ext cx="642731" cy="501650"/>
          </a:xfrm>
          <a:prstGeom prst="snip1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50000">
                <a:srgbClr val="05EE55">
                  <a:alpha val="70000"/>
                </a:srgbClr>
              </a:gs>
              <a:gs pos="100000">
                <a:srgbClr val="C0F4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3ACE58C5-CE1C-415B-8591-25A53FF2A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05746"/>
            <a:ext cx="642731" cy="4078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7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3" r:id="rId5"/>
    <p:sldLayoutId id="2147483657" r:id="rId6"/>
    <p:sldLayoutId id="2147483663" r:id="rId7"/>
    <p:sldLayoutId id="2147483669" r:id="rId8"/>
    <p:sldLayoutId id="2147483661" r:id="rId9"/>
    <p:sldLayoutId id="2147483666" r:id="rId10"/>
    <p:sldLayoutId id="2147483670" r:id="rId11"/>
    <p:sldLayoutId id="2147483667" r:id="rId12"/>
    <p:sldLayoutId id="2147483668" r:id="rId13"/>
    <p:sldLayoutId id="2147483671" r:id="rId14"/>
    <p:sldLayoutId id="2147483655" r:id="rId15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384" userDrawn="1">
          <p15:clr>
            <a:srgbClr val="F26B43"/>
          </p15:clr>
        </p15:guide>
        <p15:guide id="2" pos="7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Triangular design of a roof">
            <a:extLst>
              <a:ext uri="{FF2B5EF4-FFF2-40B4-BE49-F238E27FC236}">
                <a16:creationId xmlns:a16="http://schemas.microsoft.com/office/drawing/2014/main" xmlns="" id="{01F590AB-1AF1-489D-B942-2800AE8629C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B6C8E487-ADDC-4F1B-A30A-BAABB4998F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71015" y="0"/>
            <a:ext cx="12263015" cy="6858000"/>
          </a:xfrm>
          <a:prstGeom prst="rect">
            <a:avLst/>
          </a:prstGeom>
          <a:solidFill>
            <a:srgbClr val="2F334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11BEC607-8474-408E-A7AC-48A065F31B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B601E3FC-2016-4085-9A4B-A172702EAA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xmlns="" id="{2CBF662F-A198-4AD3-8EBC-0EC9A52B29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xmlns="" id="{142E86C5-8E5F-4620-A4FB-D1F926179D1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1372" y="2674937"/>
            <a:ext cx="6609256" cy="1508126"/>
          </a:xfrm>
        </p:spPr>
        <p:txBody>
          <a:bodyPr>
            <a:normAutofit fontScale="90000"/>
          </a:bodyPr>
          <a:lstStyle/>
          <a:p>
            <a:r>
              <a:rPr lang="en-US" dirty="0"/>
              <a:t>FUTURISTIC magnetic FAN with voice recognition and perfume</a:t>
            </a:r>
          </a:p>
        </p:txBody>
      </p:sp>
    </p:spTree>
    <p:extLst>
      <p:ext uri="{BB962C8B-B14F-4D97-AF65-F5344CB8AC3E}">
        <p14:creationId xmlns:p14="http://schemas.microsoft.com/office/powerpoint/2010/main" val="250621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Building" title="Building">
            <a:extLst>
              <a:ext uri="{FF2B5EF4-FFF2-40B4-BE49-F238E27FC236}">
                <a16:creationId xmlns:a16="http://schemas.microsoft.com/office/drawing/2014/main" xmlns="" id="{00C713CD-79D0-408F-A140-FBAE3C60226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5383" y="0"/>
            <a:ext cx="9927771" cy="68580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CC577CF-CED3-44B1-AC3E-05C2556B41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883522" y="408327"/>
            <a:ext cx="5276606" cy="6276678"/>
            <a:chOff x="883522" y="408327"/>
            <a:chExt cx="5276606" cy="62766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875940B9-0338-4FFA-9747-10812F028F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D4B52C7E-3049-4545-956A-6D8F73F234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883522" y="408327"/>
              <a:ext cx="5276606" cy="6276678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itle 25">
            <a:extLst>
              <a:ext uri="{FF2B5EF4-FFF2-40B4-BE49-F238E27FC236}">
                <a16:creationId xmlns:a16="http://schemas.microsoft.com/office/drawing/2014/main" xmlns="" id="{DB4530C3-10EF-4FDE-A1B1-9DF09C2D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522" y="1147502"/>
            <a:ext cx="4351911" cy="512376"/>
          </a:xfrm>
        </p:spPr>
        <p:txBody>
          <a:bodyPr>
            <a:normAutofit fontScale="90000"/>
          </a:bodyPr>
          <a:lstStyle/>
          <a:p>
            <a:r>
              <a:rPr lang="en-US" dirty="0"/>
              <a:t>TT5C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863C256D-8187-4199-952C-D2BB841598F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0570" y="1713252"/>
            <a:ext cx="6929122" cy="4463711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1.Aryandhika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Ibnu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Raihan	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1101201512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2.Sonny Petit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Trie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Prasetyo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1101202217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3.Rizki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Krisdiantoro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         1101202090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4.Syahna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Hafizha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         1101201507</a:t>
            </a:r>
          </a:p>
          <a:p>
            <a:pPr algn="l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: Single Corner Snipped 10" descr="Footer accent box">
            <a:extLst>
              <a:ext uri="{FF2B5EF4-FFF2-40B4-BE49-F238E27FC236}">
                <a16:creationId xmlns:a16="http://schemas.microsoft.com/office/drawing/2014/main" xmlns="" id="{A39C0937-57CD-4C2F-B530-516994363917}"/>
              </a:ext>
            </a:extLst>
          </p:cNvPr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50000">
                <a:srgbClr val="05EE55">
                  <a:alpha val="70000"/>
                </a:srgbClr>
              </a:gs>
              <a:gs pos="100000">
                <a:srgbClr val="C0F4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E8EC366-9118-4504-88CF-ABE80F98E7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30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9DE63BC-FEFC-45F5-AA45-934E8D23D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68" y="764333"/>
            <a:ext cx="11899555" cy="54881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 err="1"/>
              <a:t>Induksi</a:t>
            </a:r>
            <a:r>
              <a:rPr lang="en-US" b="1" dirty="0"/>
              <a:t> </a:t>
            </a:r>
            <a:r>
              <a:rPr lang="en-US" b="1" dirty="0" err="1"/>
              <a:t>Elektromagnetik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Induksi</a:t>
            </a:r>
            <a:r>
              <a:rPr lang="en-US" dirty="0"/>
              <a:t> </a:t>
            </a:r>
            <a:r>
              <a:rPr lang="en-US" dirty="0" err="1"/>
              <a:t>elektromagnetik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yang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peralatan</a:t>
            </a:r>
            <a:r>
              <a:rPr lang="en-US" dirty="0"/>
              <a:t> </a:t>
            </a:r>
            <a:r>
              <a:rPr lang="en-US" dirty="0" err="1"/>
              <a:t>elektronik</a:t>
            </a:r>
            <a:r>
              <a:rPr lang="en-US" dirty="0"/>
              <a:t>.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induksi</a:t>
            </a:r>
            <a:r>
              <a:rPr lang="en-US" dirty="0"/>
              <a:t> </a:t>
            </a:r>
            <a:r>
              <a:rPr lang="en-US" dirty="0" err="1"/>
              <a:t>elektromagnetik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dibuktikan</a:t>
            </a:r>
            <a:r>
              <a:rPr lang="en-US" dirty="0"/>
              <a:t> oleh Michael Faraday. Michael Faraday </a:t>
            </a:r>
            <a:r>
              <a:rPr lang="en-US" dirty="0" err="1"/>
              <a:t>menyimpulkan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medan</a:t>
            </a:r>
            <a:r>
              <a:rPr lang="en-US" dirty="0"/>
              <a:t> magnet pada </a:t>
            </a:r>
            <a:r>
              <a:rPr lang="en-US" dirty="0" err="1"/>
              <a:t>kabel</a:t>
            </a:r>
            <a:r>
              <a:rPr lang="en-US" dirty="0"/>
              <a:t> yang </a:t>
            </a:r>
            <a:r>
              <a:rPr lang="en-US" dirty="0" err="1"/>
              <a:t>dialiri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menghantarkan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kabel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berada</a:t>
            </a:r>
            <a:r>
              <a:rPr lang="en-US" dirty="0"/>
              <a:t> pada </a:t>
            </a:r>
            <a:r>
              <a:rPr lang="en-US" dirty="0" err="1"/>
              <a:t>jangkauan</a:t>
            </a:r>
            <a:r>
              <a:rPr lang="en-US" dirty="0"/>
              <a:t> </a:t>
            </a:r>
            <a:r>
              <a:rPr lang="en-US" dirty="0" err="1"/>
              <a:t>medan</a:t>
            </a:r>
            <a:r>
              <a:rPr lang="en-US" dirty="0"/>
              <a:t> magnet </a:t>
            </a:r>
            <a:r>
              <a:rPr lang="en-US" dirty="0" err="1"/>
              <a:t>kabel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Dari </a:t>
            </a:r>
            <a:r>
              <a:rPr lang="en-US" dirty="0" err="1"/>
              <a:t>percobaan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oleh Michael Faraday,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induksi</a:t>
            </a:r>
            <a:r>
              <a:rPr lang="en-US" dirty="0"/>
              <a:t> </a:t>
            </a:r>
            <a:r>
              <a:rPr lang="en-US" dirty="0" err="1"/>
              <a:t>elektromagnetik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gejala</a:t>
            </a:r>
            <a:r>
              <a:rPr lang="en-US" dirty="0"/>
              <a:t> </a:t>
            </a:r>
            <a:r>
              <a:rPr lang="en-US" dirty="0" err="1"/>
              <a:t>timbulnya</a:t>
            </a:r>
            <a:r>
              <a:rPr lang="en-US" dirty="0"/>
              <a:t> </a:t>
            </a:r>
            <a:r>
              <a:rPr lang="en-US" dirty="0" err="1"/>
              <a:t>gaya</a:t>
            </a:r>
            <a:r>
              <a:rPr lang="en-US" dirty="0"/>
              <a:t> </a:t>
            </a:r>
            <a:r>
              <a:rPr lang="en-US" dirty="0" err="1"/>
              <a:t>gerak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kumparan</a:t>
            </a:r>
            <a:r>
              <a:rPr lang="en-US" dirty="0"/>
              <a:t>/</a:t>
            </a:r>
            <a:r>
              <a:rPr lang="en-US" dirty="0" err="1"/>
              <a:t>konduktor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fluks</a:t>
            </a:r>
            <a:r>
              <a:rPr lang="en-US" dirty="0"/>
              <a:t> </a:t>
            </a:r>
            <a:r>
              <a:rPr lang="en-US" dirty="0" err="1"/>
              <a:t>magnetik</a:t>
            </a:r>
            <a:r>
              <a:rPr lang="en-US" dirty="0"/>
              <a:t> pada </a:t>
            </a:r>
            <a:r>
              <a:rPr lang="en-US" dirty="0" err="1"/>
              <a:t>konduktor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konduktor</a:t>
            </a:r>
            <a:r>
              <a:rPr lang="en-US" dirty="0"/>
              <a:t> </a:t>
            </a:r>
            <a:r>
              <a:rPr lang="en-US" dirty="0" err="1"/>
              <a:t>bergerak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melintasi</a:t>
            </a:r>
            <a:r>
              <a:rPr lang="en-US" dirty="0"/>
              <a:t> </a:t>
            </a:r>
            <a:r>
              <a:rPr lang="en-US" dirty="0" err="1"/>
              <a:t>medan</a:t>
            </a:r>
            <a:r>
              <a:rPr lang="en-US" dirty="0"/>
              <a:t> </a:t>
            </a:r>
            <a:r>
              <a:rPr lang="en-US" dirty="0" err="1"/>
              <a:t>magnetik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DFC9BB4F-CB3B-474C-94E8-0C7EDBEC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43706"/>
            <a:ext cx="11002962" cy="620627"/>
          </a:xfrm>
        </p:spPr>
        <p:txBody>
          <a:bodyPr>
            <a:normAutofit/>
          </a:bodyPr>
          <a:lstStyle/>
          <a:p>
            <a:r>
              <a:rPr lang="en-US" dirty="0" err="1"/>
              <a:t>Keterkaitan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materi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5548101-4906-492A-809F-3A7DAF37E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7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9DE63BC-FEFC-45F5-AA45-934E8D23D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68" y="764332"/>
            <a:ext cx="11899555" cy="59499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 err="1"/>
              <a:t>Resonansi</a:t>
            </a:r>
            <a:r>
              <a:rPr lang="en-US" b="1" dirty="0"/>
              <a:t> </a:t>
            </a:r>
            <a:r>
              <a:rPr lang="en-US" b="1" dirty="0" err="1"/>
              <a:t>Gelombang</a:t>
            </a:r>
            <a:r>
              <a:rPr lang="en-US" b="1" dirty="0"/>
              <a:t> </a:t>
            </a:r>
            <a:r>
              <a:rPr lang="en-US" b="1" dirty="0" err="1"/>
              <a:t>Bunyi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logitudinal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(</a:t>
            </a:r>
            <a:r>
              <a:rPr lang="en-US" dirty="0" err="1"/>
              <a:t>partikel</a:t>
            </a:r>
            <a:r>
              <a:rPr lang="en-US" dirty="0"/>
              <a:t>)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merapat</a:t>
            </a:r>
            <a:r>
              <a:rPr lang="en-US" dirty="0"/>
              <a:t> dan </a:t>
            </a:r>
            <a:r>
              <a:rPr lang="en-US" dirty="0" err="1"/>
              <a:t>merenggang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pula </a:t>
            </a:r>
            <a:r>
              <a:rPr lang="en-US" dirty="0" err="1"/>
              <a:t>energi</a:t>
            </a:r>
            <a:r>
              <a:rPr lang="en-US" dirty="0"/>
              <a:t> </a:t>
            </a:r>
            <a:r>
              <a:rPr lang="en-US" dirty="0" err="1"/>
              <a:t>dirambatkan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. Jika </a:t>
            </a:r>
            <a:r>
              <a:rPr lang="en-US" dirty="0" err="1"/>
              <a:t>partikel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vakum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di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angkasa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menjalar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terdengar</a:t>
            </a:r>
            <a:r>
              <a:rPr lang="en-US" dirty="0"/>
              <a:t>. Jika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berbicara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getaran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</a:t>
            </a:r>
            <a:r>
              <a:rPr lang="en-US" dirty="0" err="1"/>
              <a:t>getaran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pita </a:t>
            </a:r>
            <a:r>
              <a:rPr lang="en-US" dirty="0" err="1"/>
              <a:t>suara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diteruskan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dan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molekul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merapat</a:t>
            </a:r>
            <a:r>
              <a:rPr lang="en-US" dirty="0"/>
              <a:t> dan </a:t>
            </a:r>
            <a:r>
              <a:rPr lang="en-US" dirty="0" err="1"/>
              <a:t>merenggang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bergantian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,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bola. Dari </a:t>
            </a:r>
            <a:r>
              <a:rPr lang="en-US" dirty="0" err="1"/>
              <a:t>efek</a:t>
            </a:r>
            <a:r>
              <a:rPr lang="en-US" dirty="0"/>
              <a:t> Doppler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ketahui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mengecil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menjauhi</a:t>
            </a:r>
            <a:r>
              <a:rPr lang="en-US" dirty="0"/>
              <a:t> ”</a:t>
            </a:r>
            <a:r>
              <a:rPr lang="en-US" dirty="0" err="1"/>
              <a:t>pengamat</a:t>
            </a:r>
            <a:r>
              <a:rPr lang="en-US" dirty="0"/>
              <a:t>”.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galaksi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menjauh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lain. Kesimpulan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memperkuat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 ”Big Bang”, di mana </a:t>
            </a:r>
            <a:r>
              <a:rPr lang="en-US" dirty="0" err="1"/>
              <a:t>alam</a:t>
            </a:r>
            <a:r>
              <a:rPr lang="en-US" dirty="0"/>
              <a:t> </a:t>
            </a:r>
            <a:r>
              <a:rPr lang="en-US" dirty="0" err="1"/>
              <a:t>semesta</a:t>
            </a:r>
            <a:r>
              <a:rPr lang="en-US" dirty="0"/>
              <a:t> </a:t>
            </a:r>
            <a:r>
              <a:rPr lang="en-US" dirty="0" err="1"/>
              <a:t>bermula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ledakan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yang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menjauh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lain.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DFC9BB4F-CB3B-474C-94E8-0C7EDBEC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43706"/>
            <a:ext cx="11002962" cy="620627"/>
          </a:xfrm>
        </p:spPr>
        <p:txBody>
          <a:bodyPr>
            <a:normAutofit/>
          </a:bodyPr>
          <a:lstStyle/>
          <a:p>
            <a:r>
              <a:rPr lang="en-US" dirty="0" err="1"/>
              <a:t>Keterkaitan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materi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5548101-4906-492A-809F-3A7DAF37E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80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9DE63BC-FEFC-45F5-AA45-934E8D23D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dirty="0" err="1"/>
              <a:t>Kipas</a:t>
            </a:r>
            <a:r>
              <a:rPr lang="en-US" sz="2800" b="0" dirty="0"/>
              <a:t> futuristic </a:t>
            </a:r>
            <a:r>
              <a:rPr lang="en-US" sz="2800" b="0" dirty="0" err="1"/>
              <a:t>ini</a:t>
            </a:r>
            <a:r>
              <a:rPr lang="en-US" sz="2800" b="0" dirty="0"/>
              <a:t> </a:t>
            </a:r>
            <a:r>
              <a:rPr lang="en-US" sz="2800" b="0" dirty="0" err="1"/>
              <a:t>adalah</a:t>
            </a:r>
            <a:r>
              <a:rPr lang="en-US" sz="2800" b="0" dirty="0"/>
              <a:t> </a:t>
            </a:r>
            <a:r>
              <a:rPr lang="en-US" sz="2800" b="0" dirty="0" err="1"/>
              <a:t>sebuah</a:t>
            </a:r>
            <a:r>
              <a:rPr lang="en-US" sz="2800" b="0" dirty="0"/>
              <a:t> ide yang </a:t>
            </a:r>
            <a:r>
              <a:rPr lang="en-US" sz="2800" b="0" dirty="0" err="1"/>
              <a:t>kelompok</a:t>
            </a:r>
            <a:r>
              <a:rPr lang="en-US" sz="2800" b="0" dirty="0"/>
              <a:t> kami </a:t>
            </a:r>
            <a:r>
              <a:rPr lang="en-US" sz="2800" b="0" dirty="0" err="1"/>
              <a:t>coba</a:t>
            </a:r>
            <a:r>
              <a:rPr lang="en-US" sz="2800" b="0" dirty="0"/>
              <a:t> </a:t>
            </a:r>
            <a:r>
              <a:rPr lang="en-US" sz="2800" b="0" dirty="0" err="1"/>
              <a:t>terapkan,yaitu</a:t>
            </a:r>
            <a:r>
              <a:rPr lang="en-US" sz="2800" b="0" dirty="0"/>
              <a:t> </a:t>
            </a:r>
            <a:r>
              <a:rPr lang="en-US" sz="2800" b="0" dirty="0" err="1"/>
              <a:t>kipas</a:t>
            </a:r>
            <a:r>
              <a:rPr lang="en-US" sz="2800" b="0" dirty="0"/>
              <a:t> yang </a:t>
            </a:r>
            <a:r>
              <a:rPr lang="en-US" sz="2800" b="0" dirty="0" err="1"/>
              <a:t>menggunakan</a:t>
            </a:r>
            <a:r>
              <a:rPr lang="en-US" sz="2800" b="0" dirty="0"/>
              <a:t> Sensor voice recognition yang </a:t>
            </a:r>
            <a:r>
              <a:rPr lang="en-US" sz="2800" b="0" dirty="0" err="1"/>
              <a:t>mendeteksi</a:t>
            </a:r>
            <a:r>
              <a:rPr lang="en-US" sz="2800" b="0" dirty="0"/>
              <a:t> </a:t>
            </a:r>
            <a:r>
              <a:rPr lang="en-US" sz="2800" b="0" dirty="0" err="1"/>
              <a:t>suara</a:t>
            </a:r>
            <a:r>
              <a:rPr lang="en-US" sz="2800" b="0" dirty="0"/>
              <a:t> </a:t>
            </a:r>
            <a:r>
              <a:rPr lang="en-US" sz="2800" b="0" dirty="0" err="1"/>
              <a:t>manusia</a:t>
            </a:r>
            <a:r>
              <a:rPr lang="en-US" sz="2800" b="0" dirty="0"/>
              <a:t> </a:t>
            </a:r>
            <a:r>
              <a:rPr lang="en-US" sz="2800" b="0" dirty="0" err="1"/>
              <a:t>lalu</a:t>
            </a:r>
            <a:r>
              <a:rPr lang="en-US" sz="2800" b="0" dirty="0"/>
              <a:t> </a:t>
            </a:r>
            <a:r>
              <a:rPr lang="en-US" sz="2800" b="0" dirty="0" err="1"/>
              <a:t>mentransfer</a:t>
            </a:r>
            <a:r>
              <a:rPr lang="en-US" sz="2800" b="0" dirty="0"/>
              <a:t> </a:t>
            </a:r>
            <a:r>
              <a:rPr lang="en-US" sz="2800" b="0" dirty="0" err="1"/>
              <a:t>suara</a:t>
            </a:r>
            <a:r>
              <a:rPr lang="en-US" sz="2800" b="0" dirty="0"/>
              <a:t> </a:t>
            </a:r>
            <a:r>
              <a:rPr lang="en-US" sz="2800" b="0" dirty="0" err="1"/>
              <a:t>menjadi</a:t>
            </a:r>
            <a:r>
              <a:rPr lang="en-US" sz="2800" b="0" dirty="0"/>
              <a:t> </a:t>
            </a:r>
            <a:r>
              <a:rPr lang="en-US" sz="2800" b="0" dirty="0" err="1"/>
              <a:t>listrik</a:t>
            </a:r>
            <a:r>
              <a:rPr lang="en-US" sz="2800" b="0" dirty="0"/>
              <a:t> yang </a:t>
            </a:r>
            <a:r>
              <a:rPr lang="en-US" sz="2800" b="0" dirty="0" err="1"/>
              <a:t>akan</a:t>
            </a:r>
            <a:r>
              <a:rPr lang="en-US" sz="2800" b="0" dirty="0"/>
              <a:t> </a:t>
            </a:r>
            <a:r>
              <a:rPr lang="en-US" sz="2800" b="0" dirty="0" err="1"/>
              <a:t>mematikan</a:t>
            </a:r>
            <a:r>
              <a:rPr lang="en-US" sz="2800" b="0" dirty="0"/>
              <a:t>/</a:t>
            </a:r>
            <a:r>
              <a:rPr lang="en-US" sz="2800" b="0" dirty="0" err="1"/>
              <a:t>menghidupkan</a:t>
            </a:r>
            <a:r>
              <a:rPr lang="en-US" sz="2800" b="0" dirty="0"/>
              <a:t> </a:t>
            </a:r>
            <a:r>
              <a:rPr lang="en-US" sz="2800" b="0" dirty="0" err="1"/>
              <a:t>kipas</a:t>
            </a:r>
            <a:r>
              <a:rPr lang="en-US" sz="2800" b="0" dirty="0"/>
              <a:t> </a:t>
            </a:r>
            <a:r>
              <a:rPr lang="en-US" sz="2800" b="0" dirty="0" err="1"/>
              <a:t>angin</a:t>
            </a:r>
            <a:r>
              <a:rPr lang="en-US" sz="2800" b="0" dirty="0"/>
              <a:t>. </a:t>
            </a:r>
            <a:r>
              <a:rPr lang="en-US" sz="2800" b="0" dirty="0" err="1"/>
              <a:t>Selain</a:t>
            </a:r>
            <a:r>
              <a:rPr lang="en-US" sz="2800" b="0" dirty="0"/>
              <a:t> </a:t>
            </a:r>
            <a:r>
              <a:rPr lang="en-US" sz="2800" b="0" dirty="0" err="1"/>
              <a:t>itu</a:t>
            </a:r>
            <a:r>
              <a:rPr lang="en-US" sz="2800" b="0" dirty="0"/>
              <a:t> </a:t>
            </a:r>
            <a:r>
              <a:rPr lang="en-US" sz="2800" b="0" dirty="0" err="1"/>
              <a:t>kipas</a:t>
            </a:r>
            <a:r>
              <a:rPr lang="en-US" sz="2800" b="0" dirty="0"/>
              <a:t> </a:t>
            </a:r>
            <a:r>
              <a:rPr lang="en-US" sz="2800" b="0" dirty="0" err="1"/>
              <a:t>angin</a:t>
            </a:r>
            <a:r>
              <a:rPr lang="en-US" sz="2800" b="0" dirty="0"/>
              <a:t> </a:t>
            </a:r>
            <a:r>
              <a:rPr lang="en-US" sz="2800" b="0" dirty="0" err="1"/>
              <a:t>ini</a:t>
            </a:r>
            <a:r>
              <a:rPr lang="en-US" sz="2800" b="0" dirty="0"/>
              <a:t> </a:t>
            </a:r>
            <a:r>
              <a:rPr lang="en-US" sz="2800" b="0" dirty="0" err="1"/>
              <a:t>dilengkapi</a:t>
            </a:r>
            <a:r>
              <a:rPr lang="en-US" sz="2800" b="0" dirty="0"/>
              <a:t> </a:t>
            </a:r>
            <a:r>
              <a:rPr lang="en-US" sz="2800" b="0" dirty="0" err="1"/>
              <a:t>dengan</a:t>
            </a:r>
            <a:r>
              <a:rPr lang="en-US" sz="2800" b="0" dirty="0"/>
              <a:t> </a:t>
            </a:r>
            <a:r>
              <a:rPr lang="en-US" sz="2800" b="0" dirty="0" err="1"/>
              <a:t>ruang</a:t>
            </a:r>
            <a:r>
              <a:rPr lang="en-US" sz="2800" b="0" dirty="0"/>
              <a:t> </a:t>
            </a:r>
            <a:r>
              <a:rPr lang="en-US" sz="2800" b="0" dirty="0" err="1"/>
              <a:t>khusus</a:t>
            </a:r>
            <a:r>
              <a:rPr lang="en-US" sz="2800" b="0" dirty="0"/>
              <a:t> </a:t>
            </a:r>
            <a:r>
              <a:rPr lang="en-US" sz="2800" b="0" dirty="0" err="1"/>
              <a:t>untuk</a:t>
            </a:r>
            <a:r>
              <a:rPr lang="en-US" sz="2800" b="0" dirty="0"/>
              <a:t> </a:t>
            </a:r>
            <a:r>
              <a:rPr lang="en-US" sz="2800" b="0" dirty="0" err="1"/>
              <a:t>menyimpan</a:t>
            </a:r>
            <a:r>
              <a:rPr lang="en-US" sz="2800" b="0" dirty="0"/>
              <a:t> </a:t>
            </a:r>
            <a:r>
              <a:rPr lang="en-US" sz="2800" b="0" dirty="0" err="1"/>
              <a:t>parfume</a:t>
            </a:r>
            <a:r>
              <a:rPr lang="en-US" sz="2800" b="0" dirty="0"/>
              <a:t> </a:t>
            </a:r>
            <a:r>
              <a:rPr lang="en-US" sz="2800" b="0" dirty="0" err="1"/>
              <a:t>ruangan</a:t>
            </a:r>
            <a:r>
              <a:rPr lang="en-US" sz="2800" b="0" dirty="0"/>
              <a:t>. Ketika sensor voice recognition </a:t>
            </a:r>
            <a:r>
              <a:rPr lang="en-US" sz="2800" b="0" dirty="0" err="1"/>
              <a:t>menjalankan</a:t>
            </a:r>
            <a:r>
              <a:rPr lang="en-US" sz="2800" b="0" dirty="0"/>
              <a:t> </a:t>
            </a:r>
            <a:r>
              <a:rPr lang="en-US" sz="2800" b="0" dirty="0" err="1"/>
              <a:t>perintahnya</a:t>
            </a:r>
            <a:r>
              <a:rPr lang="en-US" sz="2800" b="0" dirty="0"/>
              <a:t> </a:t>
            </a:r>
            <a:r>
              <a:rPr lang="en-US" sz="2800" b="0" dirty="0" err="1"/>
              <a:t>untuk</a:t>
            </a:r>
            <a:r>
              <a:rPr lang="en-US" sz="2800" b="0" dirty="0"/>
              <a:t> </a:t>
            </a:r>
            <a:r>
              <a:rPr lang="en-US" sz="2800" b="0" dirty="0" err="1"/>
              <a:t>menyalakan</a:t>
            </a:r>
            <a:r>
              <a:rPr lang="en-US" sz="2800" b="0" dirty="0"/>
              <a:t> </a:t>
            </a:r>
            <a:r>
              <a:rPr lang="en-US" sz="2800" b="0" dirty="0" err="1"/>
              <a:t>kipas</a:t>
            </a:r>
            <a:r>
              <a:rPr lang="en-US" sz="2800" b="0" dirty="0"/>
              <a:t> </a:t>
            </a:r>
            <a:r>
              <a:rPr lang="en-US" sz="2800" b="0" dirty="0" err="1"/>
              <a:t>angin</a:t>
            </a:r>
            <a:r>
              <a:rPr lang="en-US" sz="2800" b="0" dirty="0"/>
              <a:t>,  </a:t>
            </a:r>
            <a:r>
              <a:rPr lang="en-US" sz="2800" b="0" dirty="0" err="1"/>
              <a:t>maka</a:t>
            </a:r>
            <a:r>
              <a:rPr lang="en-US" sz="2800" b="0" dirty="0"/>
              <a:t> </a:t>
            </a:r>
            <a:r>
              <a:rPr lang="en-US" sz="2800" b="0" dirty="0" err="1"/>
              <a:t>ruang</a:t>
            </a:r>
            <a:r>
              <a:rPr lang="en-US" sz="2800" b="0" dirty="0"/>
              <a:t> </a:t>
            </a:r>
            <a:r>
              <a:rPr lang="en-US" sz="2800" b="0" dirty="0" err="1"/>
              <a:t>khusus</a:t>
            </a:r>
            <a:r>
              <a:rPr lang="en-US" sz="2800" b="0" dirty="0"/>
              <a:t> </a:t>
            </a:r>
            <a:r>
              <a:rPr lang="en-US" sz="2800" b="0" dirty="0" err="1"/>
              <a:t>penyimpan</a:t>
            </a:r>
            <a:r>
              <a:rPr lang="en-US" sz="2800" b="0" dirty="0"/>
              <a:t> </a:t>
            </a:r>
            <a:r>
              <a:rPr lang="en-US" sz="2800" b="0" dirty="0" err="1"/>
              <a:t>parfume</a:t>
            </a:r>
            <a:r>
              <a:rPr lang="en-US" sz="2800" b="0" dirty="0"/>
              <a:t> </a:t>
            </a:r>
            <a:r>
              <a:rPr lang="en-US" sz="2800" b="0" dirty="0" err="1"/>
              <a:t>akan</a:t>
            </a:r>
            <a:r>
              <a:rPr lang="en-US" sz="2800" b="0" dirty="0"/>
              <a:t> </a:t>
            </a:r>
            <a:r>
              <a:rPr lang="en-US" sz="2800" b="0" dirty="0" err="1"/>
              <a:t>terbuka</a:t>
            </a:r>
            <a:r>
              <a:rPr lang="en-US" sz="2800" b="0" dirty="0"/>
              <a:t> </a:t>
            </a:r>
            <a:r>
              <a:rPr lang="en-US" sz="2800" b="0" dirty="0" err="1"/>
              <a:t>secara</a:t>
            </a:r>
            <a:r>
              <a:rPr lang="en-US" sz="2800" b="0" dirty="0"/>
              <a:t> </a:t>
            </a:r>
            <a:r>
              <a:rPr lang="en-US" sz="2800" b="0" dirty="0" err="1"/>
              <a:t>otomatis</a:t>
            </a:r>
            <a:r>
              <a:rPr lang="en-US" sz="2800" b="0" dirty="0"/>
              <a:t> dan </a:t>
            </a:r>
            <a:r>
              <a:rPr lang="en-US" sz="2800" b="0" dirty="0" err="1"/>
              <a:t>parfume</a:t>
            </a:r>
            <a:r>
              <a:rPr lang="en-US" sz="2800" b="0" dirty="0"/>
              <a:t> </a:t>
            </a:r>
            <a:r>
              <a:rPr lang="en-US" sz="2800" b="0" dirty="0" err="1"/>
              <a:t>akan</a:t>
            </a:r>
            <a:r>
              <a:rPr lang="en-US" sz="2800" b="0" dirty="0"/>
              <a:t> </a:t>
            </a:r>
            <a:r>
              <a:rPr lang="en-US" sz="2800" b="0" dirty="0" err="1"/>
              <a:t>keluar</a:t>
            </a:r>
            <a:r>
              <a:rPr lang="en-US" sz="2800" b="0" dirty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DFC9BB4F-CB3B-474C-94E8-0C7EDBEC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568410"/>
            <a:ext cx="11002962" cy="620627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pengertian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5548101-4906-492A-809F-3A7DAF37E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0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EBC3AE2-01CF-4E4B-9FF6-E8CAE040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07" y="681037"/>
            <a:ext cx="11002962" cy="49879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6AF0C4-CBF7-4BC7-A48F-0F8E90FF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A111CFA-4D16-45A8-A5DA-90138AA90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1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44EF69-3188-44BE-A96E-E0E41408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804" y="593125"/>
            <a:ext cx="3834596" cy="654908"/>
          </a:xfrm>
        </p:spPr>
        <p:txBody>
          <a:bodyPr/>
          <a:lstStyle/>
          <a:p>
            <a:r>
              <a:rPr lang="en-US" dirty="0"/>
              <a:t>Gambaran AKHIR </a:t>
            </a:r>
            <a:r>
              <a:rPr lang="en-US" dirty="0" err="1"/>
              <a:t>produk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73ADC9-A832-4781-B6BF-A883177078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0F2EB114-78C3-4D1C-89A9-B947C69D5B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1499" y="1980779"/>
            <a:ext cx="3135527" cy="3263151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7E86822A-EA3F-4A34-9B57-16D99E079C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153400" y="1980780"/>
            <a:ext cx="3467100" cy="326315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EEE0C31-F62A-4323-9925-10D989B1D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285" y="1980778"/>
            <a:ext cx="2953265" cy="32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3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EBC3AE2-01CF-4E4B-9FF6-E8CAE040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07" y="681037"/>
            <a:ext cx="11002962" cy="49879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3D748AC-F3E1-449D-899E-880BEA99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0"/>
            <a:ext cx="11002962" cy="681037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Sistematika</a:t>
            </a:r>
            <a:r>
              <a:rPr lang="en-US" sz="4400" dirty="0"/>
              <a:t> </a:t>
            </a:r>
            <a:r>
              <a:rPr lang="en-US" sz="4400" dirty="0" err="1"/>
              <a:t>barang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6AF0C4-CBF7-4BC7-A48F-0F8E90FF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1DBBF1-5D3F-495E-8216-6323F6E5361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65" y="603884"/>
            <a:ext cx="5375189" cy="3498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B4F63B2-7C4D-4E27-B33D-FA5A878E90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65" y="4102442"/>
            <a:ext cx="5375189" cy="27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2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EBC3AE2-01CF-4E4B-9FF6-E8CAE040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07" y="681037"/>
            <a:ext cx="11002962" cy="4987925"/>
          </a:xfrm>
        </p:spPr>
        <p:txBody>
          <a:bodyPr/>
          <a:lstStyle/>
          <a:p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memudahkan</a:t>
            </a:r>
            <a:r>
              <a:rPr lang="en-US" sz="3600" dirty="0"/>
              <a:t> </a:t>
            </a:r>
            <a:r>
              <a:rPr lang="en-US" sz="3600" dirty="0" err="1"/>
              <a:t>bagi</a:t>
            </a:r>
            <a:r>
              <a:rPr lang="en-US" sz="3600" dirty="0"/>
              <a:t> </a:t>
            </a:r>
            <a:r>
              <a:rPr lang="en-US" sz="3600" dirty="0" err="1"/>
              <a:t>konsumen</a:t>
            </a:r>
            <a:r>
              <a:rPr lang="en-US" sz="3600" dirty="0"/>
              <a:t> yang malas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bolak-balik</a:t>
            </a:r>
            <a:r>
              <a:rPr lang="en-US" sz="3600" dirty="0"/>
              <a:t> </a:t>
            </a:r>
            <a:r>
              <a:rPr lang="en-US" sz="3600" dirty="0" err="1"/>
              <a:t>ke</a:t>
            </a:r>
            <a:r>
              <a:rPr lang="en-US" sz="3600" dirty="0"/>
              <a:t> </a:t>
            </a:r>
            <a:r>
              <a:rPr lang="en-US" sz="3600" dirty="0" err="1"/>
              <a:t>kipas</a:t>
            </a:r>
            <a:r>
              <a:rPr lang="en-US" sz="3600" dirty="0"/>
              <a:t> </a:t>
            </a:r>
            <a:r>
              <a:rPr lang="en-US" sz="3600" dirty="0" err="1"/>
              <a:t>angin</a:t>
            </a:r>
            <a:r>
              <a:rPr lang="en-US" sz="3600" dirty="0"/>
              <a:t> mainstream, </a:t>
            </a:r>
            <a:r>
              <a:rPr lang="en-US" sz="3600" dirty="0" err="1"/>
              <a:t>tinggal</a:t>
            </a:r>
            <a:r>
              <a:rPr lang="en-US" sz="3600" dirty="0"/>
              <a:t> </a:t>
            </a:r>
            <a:r>
              <a:rPr lang="en-US" sz="3600" dirty="0" err="1"/>
              <a:t>mengucap</a:t>
            </a:r>
            <a:r>
              <a:rPr lang="en-US" sz="3600" dirty="0"/>
              <a:t> “Turn off/Turn on” </a:t>
            </a:r>
            <a:r>
              <a:rPr lang="en-US" sz="3600" dirty="0" err="1"/>
              <a:t>maka</a:t>
            </a:r>
            <a:r>
              <a:rPr lang="en-US" sz="3600" dirty="0"/>
              <a:t> futuristic fan </a:t>
            </a:r>
            <a:r>
              <a:rPr lang="en-US" sz="3600" dirty="0" err="1"/>
              <a:t>sudah</a:t>
            </a:r>
            <a:r>
              <a:rPr lang="en-US" sz="3600" dirty="0"/>
              <a:t> </a:t>
            </a:r>
            <a:r>
              <a:rPr lang="en-US" sz="3600" dirty="0" err="1"/>
              <a:t>bisa</a:t>
            </a:r>
            <a:r>
              <a:rPr lang="en-US" sz="3600" dirty="0"/>
              <a:t> </a:t>
            </a:r>
            <a:r>
              <a:rPr lang="en-US" sz="3600" dirty="0" err="1"/>
              <a:t>dinyalakan</a:t>
            </a:r>
            <a:r>
              <a:rPr lang="en-US" sz="3600" dirty="0"/>
              <a:t>/</a:t>
            </a:r>
            <a:r>
              <a:rPr lang="en-US" sz="3600" dirty="0" err="1"/>
              <a:t>dimatikan</a:t>
            </a:r>
            <a:r>
              <a:rPr lang="en-US" sz="3600" dirty="0"/>
              <a:t>.</a:t>
            </a:r>
          </a:p>
          <a:p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hanya</a:t>
            </a:r>
            <a:r>
              <a:rPr lang="en-US" sz="3600" dirty="0"/>
              <a:t> </a:t>
            </a:r>
            <a:r>
              <a:rPr lang="en-US" sz="3600" dirty="0" err="1"/>
              <a:t>bisa</a:t>
            </a:r>
            <a:r>
              <a:rPr lang="en-US" sz="3600" dirty="0"/>
              <a:t> </a:t>
            </a:r>
            <a:r>
              <a:rPr lang="en-US" sz="3600" dirty="0" err="1"/>
              <a:t>mendinginkan</a:t>
            </a:r>
            <a:r>
              <a:rPr lang="en-US" sz="3600" dirty="0"/>
              <a:t> </a:t>
            </a:r>
            <a:r>
              <a:rPr lang="en-US" sz="3600" dirty="0" err="1"/>
              <a:t>suhu</a:t>
            </a:r>
            <a:r>
              <a:rPr lang="en-US" sz="3600" dirty="0"/>
              <a:t> </a:t>
            </a:r>
            <a:r>
              <a:rPr lang="en-US" sz="3600" dirty="0" err="1"/>
              <a:t>saja,tapi</a:t>
            </a:r>
            <a:r>
              <a:rPr lang="en-US" sz="3600" dirty="0"/>
              <a:t> futuristic fan </a:t>
            </a:r>
            <a:r>
              <a:rPr lang="en-US" sz="3600" dirty="0" err="1"/>
              <a:t>ini</a:t>
            </a:r>
            <a:r>
              <a:rPr lang="en-US" sz="3600" dirty="0"/>
              <a:t> juga </a:t>
            </a:r>
            <a:r>
              <a:rPr lang="en-US" sz="3600" dirty="0" err="1"/>
              <a:t>bisa</a:t>
            </a:r>
            <a:r>
              <a:rPr lang="en-US" sz="3600" dirty="0"/>
              <a:t> </a:t>
            </a:r>
            <a:r>
              <a:rPr lang="en-US" sz="3600" dirty="0" err="1"/>
              <a:t>mengharumkan</a:t>
            </a:r>
            <a:r>
              <a:rPr lang="en-US" sz="3600" dirty="0"/>
              <a:t> </a:t>
            </a:r>
            <a:r>
              <a:rPr lang="en-US" sz="3600" dirty="0" err="1"/>
              <a:t>ruangan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parfume</a:t>
            </a:r>
            <a:r>
              <a:rPr lang="en-US" sz="3600" dirty="0"/>
              <a:t> </a:t>
            </a:r>
            <a:r>
              <a:rPr lang="en-US" sz="3600" dirty="0" err="1"/>
              <a:t>otomatisnya</a:t>
            </a:r>
            <a:r>
              <a:rPr lang="en-US" sz="36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3D748AC-F3E1-449D-899E-880BEA99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0"/>
            <a:ext cx="11002962" cy="68103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FUNGSI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6AF0C4-CBF7-4BC7-A48F-0F8E90FF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1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EBC3AE2-01CF-4E4B-9FF6-E8CAE040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07" y="681037"/>
            <a:ext cx="11002962" cy="49879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Pastikan</a:t>
            </a:r>
            <a:r>
              <a:rPr lang="en-US" sz="3200" dirty="0"/>
              <a:t> futuristic fan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dialiri</a:t>
            </a:r>
            <a:r>
              <a:rPr lang="en-US" sz="3200" dirty="0"/>
              <a:t> oleh </a:t>
            </a:r>
            <a:r>
              <a:rPr lang="en-US" sz="3200" dirty="0" err="1"/>
              <a:t>arus</a:t>
            </a:r>
            <a:r>
              <a:rPr lang="en-US" sz="3200" dirty="0"/>
              <a:t> </a:t>
            </a:r>
            <a:r>
              <a:rPr lang="en-US" sz="3200" dirty="0" err="1"/>
              <a:t>listrik</a:t>
            </a:r>
            <a:r>
              <a:rPr lang="en-U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Tunggu</a:t>
            </a:r>
            <a:r>
              <a:rPr lang="en-US" sz="3200" dirty="0"/>
              <a:t> </a:t>
            </a:r>
            <a:r>
              <a:rPr lang="en-US" sz="3200" dirty="0" err="1"/>
              <a:t>sampai</a:t>
            </a:r>
            <a:r>
              <a:rPr lang="en-US" sz="3200" dirty="0"/>
              <a:t> </a:t>
            </a:r>
            <a:r>
              <a:rPr lang="en-US" sz="3200" dirty="0" err="1"/>
              <a:t>terdengar</a:t>
            </a:r>
            <a:r>
              <a:rPr lang="en-US" sz="3200" dirty="0"/>
              <a:t> </a:t>
            </a:r>
            <a:r>
              <a:rPr lang="en-US" sz="3200" dirty="0" err="1"/>
              <a:t>kalimat</a:t>
            </a:r>
            <a:r>
              <a:rPr lang="en-US" sz="3200" dirty="0"/>
              <a:t> “FAN IS ON”.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Ucapkan</a:t>
            </a:r>
            <a:r>
              <a:rPr lang="en-US" sz="3200" dirty="0"/>
              <a:t> “TURN ON”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menghidupkan</a:t>
            </a:r>
            <a:r>
              <a:rPr lang="en-US" sz="3200" dirty="0"/>
              <a:t> fan.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Pengaktifan</a:t>
            </a:r>
            <a:r>
              <a:rPr lang="en-US" sz="3200" dirty="0"/>
              <a:t> perfume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otomatis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konsumen</a:t>
            </a:r>
            <a:r>
              <a:rPr lang="en-US" sz="3200" dirty="0"/>
              <a:t> </a:t>
            </a:r>
            <a:r>
              <a:rPr lang="en-US" sz="3200" dirty="0" err="1"/>
              <a:t>mengucapkan</a:t>
            </a:r>
            <a:r>
              <a:rPr lang="en-US" sz="3200" dirty="0"/>
              <a:t> “TURN ON”.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menonaktifkan</a:t>
            </a:r>
            <a:r>
              <a:rPr lang="en-US" sz="3200" dirty="0"/>
              <a:t> fan </a:t>
            </a:r>
            <a:r>
              <a:rPr lang="en-US" sz="3200" dirty="0" err="1"/>
              <a:t>ucapkan</a:t>
            </a:r>
            <a:r>
              <a:rPr lang="en-US" sz="3200" dirty="0"/>
              <a:t> “TURN OFF”,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otomatis</a:t>
            </a:r>
            <a:r>
              <a:rPr lang="en-US" sz="3200" dirty="0"/>
              <a:t> fan dan perfume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dinonaktifkan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otomatis</a:t>
            </a:r>
            <a:r>
              <a:rPr lang="en-US" sz="32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3D748AC-F3E1-449D-899E-880BEA99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0"/>
            <a:ext cx="11002962" cy="681037"/>
          </a:xfrm>
        </p:spPr>
        <p:txBody>
          <a:bodyPr>
            <a:normAutofit/>
          </a:bodyPr>
          <a:lstStyle/>
          <a:p>
            <a:r>
              <a:rPr lang="en-US" sz="4000" dirty="0"/>
              <a:t>Cara </a:t>
            </a:r>
            <a:r>
              <a:rPr lang="en-US" sz="4000" dirty="0" err="1"/>
              <a:t>kerja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6AF0C4-CBF7-4BC7-A48F-0F8E90FF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6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EBC3AE2-01CF-4E4B-9FF6-E8CAE040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07" y="681037"/>
            <a:ext cx="11002962" cy="49879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Built In Voice Recognition.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Bottle of Perfume.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 Fan.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3D748AC-F3E1-449D-899E-880BEA99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0"/>
            <a:ext cx="11002962" cy="681037"/>
          </a:xfrm>
        </p:spPr>
        <p:txBody>
          <a:bodyPr>
            <a:normAutofit/>
          </a:bodyPr>
          <a:lstStyle/>
          <a:p>
            <a:r>
              <a:rPr lang="en-US" sz="4000" dirty="0" err="1"/>
              <a:t>Komponen</a:t>
            </a:r>
            <a:r>
              <a:rPr lang="en-US" sz="4000" dirty="0"/>
              <a:t> futuristic fan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6AF0C4-CBF7-4BC7-A48F-0F8E90FF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8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Triangular design ceiling">
            <a:extLst>
              <a:ext uri="{FF2B5EF4-FFF2-40B4-BE49-F238E27FC236}">
                <a16:creationId xmlns:a16="http://schemas.microsoft.com/office/drawing/2014/main" xmlns="" id="{ECE6809B-9586-4FFC-9D20-26C51CA9653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B6C8E487-ADDC-4F1B-A30A-BAABB4998F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35508" y="20298"/>
            <a:ext cx="12192000" cy="6858000"/>
          </a:xfrm>
          <a:prstGeom prst="rect">
            <a:avLst/>
          </a:prstGeom>
          <a:solidFill>
            <a:srgbClr val="2F334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11BEC607-8474-408E-A7AC-48A065F31B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B601E3FC-2016-4085-9A4B-A172702EAA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xmlns="" id="{2CBF662F-A198-4AD3-8EBC-0EC9A52B29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xmlns="" id="{142E86C5-8E5F-4620-A4FB-D1F926179D1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THANK YOU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xmlns="" id="{3E9BAE4F-16CE-4F5D-9BC7-2CB992790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8329" y="3454712"/>
            <a:ext cx="6609256" cy="450503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MAY THE FORCE BE WITH YOU!!!</a:t>
            </a:r>
          </a:p>
        </p:txBody>
      </p:sp>
      <p:sp>
        <p:nvSpPr>
          <p:cNvPr id="25" name="Rectangle: Single Corner Snipped 24" descr="Footer accent box">
            <a:extLst>
              <a:ext uri="{FF2B5EF4-FFF2-40B4-BE49-F238E27FC236}">
                <a16:creationId xmlns:a16="http://schemas.microsoft.com/office/drawing/2014/main" xmlns="" id="{ADA66B68-D364-4C11-9AA9-052CEAC914E1}"/>
              </a:ext>
            </a:extLst>
          </p:cNvPr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50000">
                <a:srgbClr val="05EE55">
                  <a:alpha val="70000"/>
                </a:srgbClr>
              </a:gs>
              <a:gs pos="100000">
                <a:srgbClr val="C0F4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xmlns="" id="{7B17F9E2-0E31-4010-80D8-F343F24E6E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F400"/>
      </a:accent1>
      <a:accent2>
        <a:srgbClr val="05D74D"/>
      </a:accent2>
      <a:accent3>
        <a:srgbClr val="2F3342"/>
      </a:accent3>
      <a:accent4>
        <a:srgbClr val="038B30"/>
      </a:accent4>
      <a:accent5>
        <a:srgbClr val="05EE55"/>
      </a:accent5>
      <a:accent6>
        <a:srgbClr val="70AD47"/>
      </a:accent6>
      <a:hlink>
        <a:srgbClr val="05D74D"/>
      </a:hlink>
      <a:folHlink>
        <a:srgbClr val="C0F400"/>
      </a:folHlink>
    </a:clrScheme>
    <a:fontScheme name="Custom 5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34357351_Dark modernist presentation_mlw -v2" id="{02C8D846-7DC8-4EFF-94D8-823DF779E3A7}" vid="{402D83F6-A512-43E7-B905-390BB489C0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834546-CF5A-40F0-B105-33C88EC059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1340EA-4D3D-470F-B5D6-C0F62307940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6A0F1FB-B1B3-48EC-BFEE-FC0094A34C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modernist presentation</Template>
  <TotalTime>69</TotalTime>
  <Words>466</Words>
  <Application>Microsoft Office PowerPoint</Application>
  <PresentationFormat>Custom</PresentationFormat>
  <Paragraphs>44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FUTURISTIC magnetic FAN with voice recognition and perfume</vt:lpstr>
      <vt:lpstr>TT5C</vt:lpstr>
      <vt:lpstr>Keterkaitan alat dengan materi</vt:lpstr>
      <vt:lpstr>Keterkaitan alat dengan materi</vt:lpstr>
      <vt:lpstr>pengertian </vt:lpstr>
      <vt:lpstr>PowerPoint Presentation</vt:lpstr>
      <vt:lpstr>Gambaran AKHIR produk</vt:lpstr>
      <vt:lpstr>Sistematika barang</vt:lpstr>
      <vt:lpstr>FUNGSI</vt:lpstr>
      <vt:lpstr>Cara kerja</vt:lpstr>
      <vt:lpstr>Komponen futuristic fan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FUTURISTIC magnetic FAN with voice recognition and perfume</dc:title>
  <dc:creator>Lenovo</dc:creator>
  <cp:lastModifiedBy>HP</cp:lastModifiedBy>
  <cp:revision>10</cp:revision>
  <dcterms:created xsi:type="dcterms:W3CDTF">2021-06-04T10:08:32Z</dcterms:created>
  <dcterms:modified xsi:type="dcterms:W3CDTF">2021-06-12T12:22:21Z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